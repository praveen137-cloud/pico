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rave\.gemini\antigravity\brain\e9d31ad4-4b29-4d2b-a2c5-02d59fea6038\pico_hero_parrot_177543539066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14350"/>
            <a:ext cx="7315200" cy="3086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57625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89B4FA"/>
                </a:solidFill>
              </a:rPr>
              <a:t>Pico: Mastering DSA Through Gamification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0" y="4371975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DD6F4"/>
                </a:solidFill>
              </a:rPr>
              <a:t>Empowering the next generation of Zoho Elite developers.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9B4FA"/>
                </a:solidFill>
              </a:rPr>
              <a:t>The Vision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DD6F4"/>
                </a:solidFill>
              </a:rPr>
              <a:t>Making DSA learning an adventure, not a chore.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CDD6F4"/>
                </a:solidFill>
              </a:rPr>
              <a:t>• Goal: Build a student-centric platform for interview preparation.
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CDD6F4"/>
                </a:solidFill>
              </a:rPr>
              <a:t>• Focus: Zoho Elite curriculum and real-world coding success.
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CDD6F4"/>
                </a:solidFill>
              </a:rPr>
              <a:t>• Methodology: High-energy gamification to boost retention.
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38BA8"/>
                </a:solidFill>
              </a:rPr>
              <a:t>The Challenge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CDD6F4"/>
                </a:solidFill>
              </a:rPr>
              <a:t>• Traditional platforms are dry and uninspiring.
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CDD6F4"/>
                </a:solidFill>
              </a:rPr>
              <a:t>• Students lose motivation within the first few weeks.
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CDD6F4"/>
                </a:solidFill>
              </a:rPr>
              <a:t>• High dropout rates in standard DSA courses.
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CDD6F4"/>
                </a:solidFill>
              </a:rPr>
              <a:t>• Lack of real-time feedback and engaging competition.
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A6E3A1"/>
                </a:solidFill>
              </a:rPr>
              <a:t>The Pico Solution</a:t>
            </a:r>
            <a:endParaRPr lang="en-US" sz="3200" dirty="0"/>
          </a:p>
        </p:txBody>
      </p:sp>
      <p:pic>
        <p:nvPicPr>
          <p:cNvPr id="3" name="Image 0" descr="C:\Users\prave\.gemini\antigravity\brain\e9d31ad4-4b29-4d2b-a2c5-02d59fea6038\home_page_177543560466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28700"/>
            <a:ext cx="7315200" cy="30861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4371975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DD6F4"/>
                </a:solidFill>
              </a:rPr>
              <a:t>Combining Interview Prep with 'Battle Royale' Dynamics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AB387"/>
                </a:solidFill>
              </a:rPr>
              <a:t>Engage, Compete, Level Up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DD6F4"/>
                </a:solidFill>
              </a:rPr>
              <a:t>• Animated wildlife themes (Parrot vs Goat)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DD6F4"/>
                </a:solidFill>
              </a:rPr>
              <a:t>• Daily quests and high-reward missions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DD6F4"/>
                </a:solidFill>
              </a:rPr>
              <a:t>• Progressive unlocks and RPG-style leveling</a:t>
            </a:r>
            <a:endParaRPr lang="en-US" sz="1800" dirty="0"/>
          </a:p>
        </p:txBody>
      </p:sp>
      <p:pic>
        <p:nvPicPr>
          <p:cNvPr id="4" name="Image 0" descr="C:\Users\prave\.gemini\antigravity\brain\e9d31ad4-4b29-4d2b-a2c5-02d59fea6038\league_page_177543564635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771525"/>
            <a:ext cx="411480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9B4FA"/>
                </a:solidFill>
              </a:rPr>
              <a:t>Zoho Elite Curriculum</a:t>
            </a:r>
            <a:endParaRPr lang="en-US" sz="3200" dirty="0"/>
          </a:p>
        </p:txBody>
      </p:sp>
      <p:pic>
        <p:nvPicPr>
          <p:cNvPr id="3" name="Image 0" descr="C:\Users\prave\.gemini\antigravity\brain\e9d31ad4-4b29-4d2b-a2c5-02d59fea6038\dsa_mind_map_17754353717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28700"/>
            <a:ext cx="731520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94E2D5"/>
                </a:solidFill>
              </a:rPr>
              <a:t>Interactive Code Engine</a:t>
            </a:r>
            <a:endParaRPr lang="en-US" sz="3200" dirty="0"/>
          </a:p>
        </p:txBody>
      </p:sp>
      <p:pic>
        <p:nvPicPr>
          <p:cNvPr id="3" name="Image 0" descr="C:\Users\prave\.gemini\antigravity\brain\e9d31ad4-4b29-4d2b-a2c5-02d59fea6038\code_editor_page_177543563353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28700"/>
            <a:ext cx="7315200" cy="30861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4371975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DD6F4"/>
                </a:solidFill>
              </a:rPr>
              <a:t>Real-time results with support for C, Java, Python, and more.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BA6F7"/>
                </a:solidFill>
              </a:rPr>
              <a:t>Technical Architecture</a:t>
            </a:r>
            <a:endParaRPr lang="en-US" sz="3200" dirty="0"/>
          </a:p>
        </p:txBody>
      </p:sp>
      <p:pic>
        <p:nvPicPr>
          <p:cNvPr id="3" name="Image 0" descr="C:\Users\prave\.gemini\antigravity\brain\e9d31ad4-4b29-4d2b-a2c5-02d59fea6038\cloud_architecture_pico_17754354569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28700"/>
            <a:ext cx="731520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9B4FA"/>
                </a:solidFill>
              </a:rPr>
              <a:t>Scalable Cloud Infrastructure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CDD6F4"/>
                </a:solidFill>
              </a:rPr>
              <a:t>• Frontend: React hosted on Vercel.
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CDD6F4"/>
                </a:solidFill>
              </a:rPr>
              <a:t>• Backend: Node.js/Express hosted on Render.
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CDD6F4"/>
                </a:solidFill>
              </a:rPr>
              <a:t>• Database: MongoDB Atlas (Cloud-native).
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CDD6F4"/>
                </a:solidFill>
              </a:rPr>
              <a:t>• Code Runner: Piston API Integration.
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CDD6F4"/>
                </a:solidFill>
              </a:rPr>
              <a:t>• Real-time: Socket.io for live updates.
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0574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89B4FA"/>
                </a:solidFill>
              </a:rPr>
              <a:t>The Future of DSA learning starts here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0" y="30861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DD6F4"/>
                </a:solidFill>
              </a:rPr>
              <a:t>Join the Pico quest to master algorithms and land your dream job.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2026-04-06T00:36:33Z</dcterms:created>
  <dcterms:modified xsi:type="dcterms:W3CDTF">2026-04-06T00:36:33Z</dcterms:modified>
</cp:coreProperties>
</file>