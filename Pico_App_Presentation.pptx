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kumar" userId="cdcd97c3b55cb5f5" providerId="LiveId" clId="{23369263-5DA5-470F-B2C8-2A3C753650F3}"/>
    <pc:docChg chg="modSld">
      <pc:chgData name="praveen kumar" userId="cdcd97c3b55cb5f5" providerId="LiveId" clId="{23369263-5DA5-470F-B2C8-2A3C753650F3}" dt="2026-04-06T01:18:22.945" v="6" actId="20577"/>
      <pc:docMkLst>
        <pc:docMk/>
      </pc:docMkLst>
      <pc:sldChg chg="modSp mod">
        <pc:chgData name="praveen kumar" userId="cdcd97c3b55cb5f5" providerId="LiveId" clId="{23369263-5DA5-470F-B2C8-2A3C753650F3}" dt="2026-04-06T01:18:22.945" v="6" actId="20577"/>
        <pc:sldMkLst>
          <pc:docMk/>
          <pc:sldMk cId="0" sldId="264"/>
        </pc:sldMkLst>
        <pc:spChg chg="mod">
          <ac:chgData name="praveen kumar" userId="cdcd97c3b55cb5f5" providerId="LiveId" clId="{23369263-5DA5-470F-B2C8-2A3C753650F3}" dt="2026-04-06T01:18:22.945" v="6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48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rave\.gemini\antigravity\brain\e9d31ad4-4b29-4d2b-a2c5-02d59fea6038\pico_hero_parrot_17754353906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4350"/>
            <a:ext cx="73152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576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9B4FA"/>
                </a:solidFill>
              </a:rPr>
              <a:t>Pico: Mastering DSA Through Gamification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0" y="437197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DD6F4"/>
                </a:solidFill>
              </a:rPr>
              <a:t>Empowering the next generation of Zoho Elite developers.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9B4FA"/>
                </a:solidFill>
              </a:rPr>
              <a:t>The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</a:rPr>
              <a:t>Making DSA learning an adventure, not a chore.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DD6F4"/>
                </a:solidFill>
              </a:rPr>
              <a:t>• Goal: Build a student-centric platform for interview preparation.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DD6F4"/>
                </a:solidFill>
              </a:rPr>
              <a:t>• Focus: Zoho Elite curriculum and real-world coding success.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DD6F4"/>
                </a:solidFill>
              </a:rPr>
              <a:t>• Methodology: High-energy gamification to boost retention.
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8BA8"/>
                </a:solidFill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DD6F4"/>
                </a:solidFill>
              </a:rPr>
              <a:t>• Traditional platforms are dry and uninspiring.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DD6F4"/>
                </a:solidFill>
              </a:rPr>
              <a:t>• Students lose motivation within the first few weeks.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DD6F4"/>
                </a:solidFill>
              </a:rPr>
              <a:t>• High dropout rates in standard DSA courses.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DD6F4"/>
                </a:solidFill>
              </a:rPr>
              <a:t>• Lack of real-time feedback and engaging competition.
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E3A1"/>
                </a:solidFill>
              </a:rPr>
              <a:t>The Pico Solution</a:t>
            </a:r>
            <a:endParaRPr lang="en-US" sz="3200" dirty="0"/>
          </a:p>
        </p:txBody>
      </p:sp>
      <p:pic>
        <p:nvPicPr>
          <p:cNvPr id="3" name="Image 0" descr="C:\Users\prave\.gemini\antigravity\brain\e9d31ad4-4b29-4d2b-a2c5-02d59fea6038\home_page_1775435604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28700"/>
            <a:ext cx="7315200" cy="3086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437197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DD6F4"/>
                </a:solidFill>
              </a:rPr>
              <a:t>Combining Interview Prep with 'Battle Royale' Dynamics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B387"/>
                </a:solidFill>
              </a:rPr>
              <a:t>Engage, Compete, Level 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</a:rPr>
              <a:t>• Animated wildlife themes (Parrot vs Goat)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</a:rPr>
              <a:t>• Daily quests and high-reward missions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</a:rPr>
              <a:t>• Progressive unlocks and RPG-style leveling</a:t>
            </a:r>
            <a:endParaRPr lang="en-US" sz="1800" dirty="0"/>
          </a:p>
        </p:txBody>
      </p:sp>
      <p:pic>
        <p:nvPicPr>
          <p:cNvPr id="4" name="Image 0" descr="C:\Users\prave\.gemini\antigravity\brain\e9d31ad4-4b29-4d2b-a2c5-02d59fea6038\league_page_17754356463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71525"/>
            <a:ext cx="4114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9B4FA"/>
                </a:solidFill>
              </a:rPr>
              <a:t>Zoho Elite Curriculum</a:t>
            </a:r>
            <a:endParaRPr lang="en-US" sz="3200" dirty="0"/>
          </a:p>
        </p:txBody>
      </p:sp>
      <p:pic>
        <p:nvPicPr>
          <p:cNvPr id="3" name="Image 0" descr="C:\Users\prave\.gemini\antigravity\brain\e9d31ad4-4b29-4d2b-a2c5-02d59fea6038\dsa_mind_map_17754353717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28700"/>
            <a:ext cx="7315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4E2D5"/>
                </a:solidFill>
              </a:rPr>
              <a:t>Interactive Code Engine</a:t>
            </a:r>
            <a:endParaRPr lang="en-US" sz="3200" dirty="0"/>
          </a:p>
        </p:txBody>
      </p:sp>
      <p:pic>
        <p:nvPicPr>
          <p:cNvPr id="3" name="Image 0" descr="C:\Users\prave\.gemini\antigravity\brain\e9d31ad4-4b29-4d2b-a2c5-02d59fea6038\code_editor_page_1775435633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28700"/>
            <a:ext cx="7315200" cy="3086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437197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DD6F4"/>
                </a:solidFill>
              </a:rPr>
              <a:t>Real-time results with support for C, Java, Python, and more.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BA6F7"/>
                </a:solidFill>
              </a:rPr>
              <a:t>Technical Architecture</a:t>
            </a:r>
            <a:endParaRPr lang="en-US" sz="3200" dirty="0"/>
          </a:p>
        </p:txBody>
      </p:sp>
      <p:pic>
        <p:nvPicPr>
          <p:cNvPr id="3" name="Image 0" descr="C:\Users\prave\.gemini\antigravity\brain\e9d31ad4-4b29-4d2b-a2c5-02d59fea6038\cloud_architecture_pico_17754354569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28700"/>
            <a:ext cx="7315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9B4FA"/>
                </a:solidFill>
              </a:rPr>
              <a:t>Scalable Cloud Infrastructure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2200" dirty="0">
              <a:solidFill>
                <a:srgbClr val="CDD6F4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200" dirty="0">
              <a:solidFill>
                <a:srgbClr val="CDD6F4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200" dirty="0">
              <a:solidFill>
                <a:srgbClr val="CDD6F4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200" dirty="0">
              <a:solidFill>
                <a:srgbClr val="CDD6F4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200" dirty="0">
              <a:solidFill>
                <a:srgbClr val="CDD6F4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200" dirty="0">
              <a:solidFill>
                <a:srgbClr val="CDD6F4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200" dirty="0">
              <a:solidFill>
                <a:srgbClr val="CDD6F4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DD6F4"/>
                </a:solidFill>
              </a:rPr>
              <a:t>• Frontend: React hosted on Vercel.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DD6F4"/>
                </a:solidFill>
              </a:rPr>
              <a:t>• Backend: Node.js/Express hosted on Render.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DD6F4"/>
                </a:solidFill>
              </a:rPr>
              <a:t>• Database: MongoDB Atlas (Cloud-native).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DD6F4"/>
                </a:solidFill>
              </a:rPr>
              <a:t>• Code Runner: Piston API Integration.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CDD6F4"/>
                </a:solidFill>
              </a:rPr>
              <a:t>• Real-time: Socket.io for live updates.
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89B4FA"/>
                </a:solidFill>
              </a:rPr>
              <a:t>The Future of DSA learning starts here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0861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DD6F4"/>
                </a:solidFill>
              </a:rPr>
              <a:t>Join the Pico quest to master algorithms and land your dream job.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On-screen Show (16:9)</PresentationFormat>
  <Paragraphs>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praveen kumar</cp:lastModifiedBy>
  <cp:revision>1</cp:revision>
  <dcterms:created xsi:type="dcterms:W3CDTF">2026-04-06T00:36:33Z</dcterms:created>
  <dcterms:modified xsi:type="dcterms:W3CDTF">2026-04-06T01:18:26Z</dcterms:modified>
</cp:coreProperties>
</file>